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98" d="100"/>
          <a:sy n="98" d="100"/>
        </p:scale>
        <p:origin x="276" y="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EB529-FDD2-490A-95B1-695CB3E06068}" type="datetimeFigureOut">
              <a:rPr lang="en-ID" smtClean="0"/>
              <a:t>22/10/2026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CC799E-F400-40B1-8EC7-28FF03ECE075}" type="slidenum">
              <a:rPr lang="en-ID" smtClean="0"/>
              <a:t>‹#›</a:t>
            </a:fld>
            <a:endParaRPr lang="en-ID"/>
          </a:p>
        </p:txBody>
      </p:sp>
    </p:spTree>
    <p:extLst>
      <p:ext uri="{BB962C8B-B14F-4D97-AF65-F5344CB8AC3E}">
        <p14:creationId xmlns:p14="http://schemas.microsoft.com/office/powerpoint/2010/main" val="755892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Customer Aktif</a:t>
            </a:r>
            <a:endParaRPr dirty="0"/>
          </a:p>
          <a:p>
            <a:r>
              <a:rPr b="0" dirty="0"/>
              <a:t>No alt text provided</a:t>
            </a:r>
            <a:endParaRPr dirty="0"/>
          </a:p>
          <a:p>
            <a:endParaRPr dirty="0"/>
          </a:p>
          <a:p>
            <a:r>
              <a:rPr b="1" dirty="0"/>
              <a:t>Total Revenue</a:t>
            </a:r>
            <a:endParaRPr dirty="0"/>
          </a:p>
          <a:p>
            <a:r>
              <a:rPr b="0" dirty="0"/>
              <a:t>No alt text provided</a:t>
            </a:r>
            <a:endParaRPr dirty="0"/>
          </a:p>
          <a:p>
            <a:endParaRPr dirty="0"/>
          </a:p>
          <a:p>
            <a:r>
              <a:rPr b="1" dirty="0"/>
              <a:t>Gross Margin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Pencapaian Target</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Top 10 Customer</a:t>
            </a:r>
            <a:endParaRPr dirty="0"/>
          </a:p>
          <a:p>
            <a:r>
              <a:rPr b="0" dirty="0"/>
              <a:t>No alt text provided</a:t>
            </a:r>
            <a:endParaRPr dirty="0"/>
          </a:p>
          <a:p>
            <a:endParaRPr dirty="0"/>
          </a:p>
          <a:p>
            <a:r>
              <a:rPr b="1" dirty="0"/>
              <a:t>Aktual vs Target per Tahun</a:t>
            </a:r>
            <a:endParaRPr dirty="0"/>
          </a:p>
          <a:p>
            <a:r>
              <a:rPr b="0" dirty="0"/>
              <a:t>No alt text provided</a:t>
            </a:r>
            <a:endParaRPr dirty="0"/>
          </a:p>
          <a:p>
            <a:endParaRPr dirty="0"/>
          </a:p>
          <a:p>
            <a:r>
              <a:rPr b="1" dirty="0"/>
              <a:t>Tren Revenue &amp; Order</a:t>
            </a:r>
            <a:endParaRPr dirty="0"/>
          </a:p>
          <a:p>
            <a:r>
              <a:rPr b="0" dirty="0"/>
              <a:t>No alt text provided</a:t>
            </a:r>
            <a:endParaRPr dirty="0"/>
          </a:p>
          <a:p>
            <a:endParaRPr dirty="0"/>
          </a:p>
          <a:p>
            <a:r>
              <a:rPr b="1" dirty="0"/>
              <a:t>Kontribusi Revenue Per Region</a:t>
            </a:r>
            <a:endParaRPr dirty="0"/>
          </a:p>
          <a:p>
            <a:r>
              <a:rPr b="0" dirty="0"/>
              <a:t>No alt text provided</a:t>
            </a:r>
            <a:endParaRPr dirty="0"/>
          </a:p>
          <a:p>
            <a:endParaRPr dirty="0"/>
          </a:p>
          <a:p>
            <a:r>
              <a:rPr b="1" dirty="0"/>
              <a:t>Revenue Per Material</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Province Slicer</a:t>
            </a:r>
            <a:endParaRPr dirty="0"/>
          </a:p>
          <a:p>
            <a:r>
              <a:rPr b="0" dirty="0"/>
              <a:t>No alt text provided</a:t>
            </a:r>
            <a:endParaRPr dirty="0"/>
          </a:p>
          <a:p>
            <a:endParaRPr dirty="0"/>
          </a:p>
          <a:p>
            <a:r>
              <a:rPr b="1" dirty="0"/>
              <a:t>shapeMap</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level_nav</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year_slicer</a:t>
            </a:r>
            <a:endParaRPr dirty="0"/>
          </a:p>
          <a:p>
            <a:r>
              <a:rPr b="0" dirty="0"/>
              <a:t>No alt text provided</a:t>
            </a:r>
            <a:endParaRPr dirty="0"/>
          </a:p>
          <a:p>
            <a:endParaRPr dirty="0"/>
          </a:p>
          <a:p>
            <a:r>
              <a:rPr b="1" dirty="0"/>
              <a:t>Sebaran Penjualan Provinsi</a:t>
            </a:r>
            <a:endParaRPr dirty="0"/>
          </a:p>
          <a:p>
            <a:r>
              <a:rPr b="0" dirty="0"/>
              <a:t>No alt text provided</a:t>
            </a:r>
            <a:endParaRPr dirty="0"/>
          </a:p>
          <a:p>
            <a:endParaRPr dirty="0"/>
          </a:p>
          <a:p>
            <a:r>
              <a:rPr b="1" dirty="0"/>
              <a:t>Layer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Revenue per Provinsi</a:t>
            </a:r>
            <a:endParaRPr dirty="0"/>
          </a:p>
          <a:p>
            <a:r>
              <a:rPr b="0" dirty="0"/>
              <a:t>No alt text provided</a:t>
            </a:r>
            <a:endParaRPr dirty="0"/>
          </a:p>
          <a:p>
            <a:endParaRPr dirty="0"/>
          </a:p>
          <a:p>
            <a:r>
              <a:rPr b="1" dirty="0"/>
              <a:t>Dimensions slicer</a:t>
            </a:r>
            <a:endParaRPr dirty="0"/>
          </a:p>
          <a:p>
            <a:r>
              <a:rPr b="0" dirty="0"/>
              <a:t>No alt text provided</a:t>
            </a:r>
            <a:endParaRPr dirty="0"/>
          </a:p>
          <a:p>
            <a:endParaRPr dirty="0"/>
          </a:p>
          <a:p>
            <a:r>
              <a:rPr b="1" dirty="0"/>
              <a:t>year_slicer</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Revenue vs Margin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year_slicer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Selisih Terhadap Target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Jembatan Revenue: Tahun Lalu ke Tahun Ini</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Aktual vs Target per Material</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Penyebab Perubahan Revenue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Peta Customer: Recency vs Nilai Belanja</a:t>
            </a:r>
            <a:endParaRPr dirty="0"/>
          </a:p>
          <a:p>
            <a:r>
              <a:rPr b="0" dirty="0"/>
              <a:t>No alt text provided</a:t>
            </a:r>
            <a:endParaRPr dirty="0"/>
          </a:p>
          <a:p>
            <a:endParaRPr dirty="0"/>
          </a:p>
          <a:p>
            <a:r>
              <a:rPr b="1" dirty="0"/>
              <a:t>Tabel Ringkasan</a:t>
            </a:r>
            <a:endParaRPr dirty="0"/>
          </a:p>
          <a:p>
            <a:r>
              <a:rPr b="0" dirty="0"/>
              <a:t>No alt text provided</a:t>
            </a:r>
            <a:endParaRPr dirty="0"/>
          </a:p>
          <a:p>
            <a:endParaRPr dirty="0"/>
          </a:p>
          <a:p>
            <a:r>
              <a:rPr b="1" dirty="0"/>
              <a:t>year_slicer</a:t>
            </a:r>
            <a:endParaRPr dirty="0"/>
          </a:p>
          <a:p>
            <a:r>
              <a:rPr b="0" dirty="0"/>
              <a:t>No alt text provided</a:t>
            </a:r>
            <a:endParaRPr dirty="0"/>
          </a:p>
          <a:p>
            <a:endParaRPr dirty="0"/>
          </a:p>
          <a:p>
            <a:r>
              <a:rPr b="1" dirty="0"/>
              <a:t>Jumlah Customer per Segmen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20 Costumer Beresiko Dengan Nilai Tertinggi</a:t>
            </a:r>
            <a:endParaRPr dirty="0"/>
          </a:p>
          <a:p>
            <a:r>
              <a:rPr b="0" dirty="0"/>
              <a:t>No alt text provided</a:t>
            </a:r>
            <a:endParaRPr dirty="0"/>
          </a:p>
          <a:p>
            <a:endParaRPr dirty="0"/>
          </a:p>
          <a:p>
            <a:r>
              <a:rPr b="1" dirty="0"/>
              <a:t>Revenue per Segmen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pageNavigator</a:t>
            </a:r>
            <a:endParaRPr dirty="0"/>
          </a:p>
          <a:p>
            <a:r>
              <a:rPr b="0" dirty="0"/>
              <a:t>No alt text provided</a:t>
            </a:r>
            <a:endParaRPr dirty="0"/>
          </a:p>
          <a:p>
            <a:endParaRPr dirty="0"/>
          </a:p>
          <a:p>
            <a:r>
              <a:rPr b="1" dirty="0"/>
              <a:t>Retensi Customer per Cohort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Ringkasan cohort</a:t>
            </a:r>
            <a:endParaRPr dirty="0"/>
          </a:p>
          <a:p>
            <a:r>
              <a:rPr b="0" dirty="0"/>
              <a:t>No alt text provided</a:t>
            </a:r>
            <a:endParaRPr dirty="0"/>
          </a:p>
          <a:p>
            <a:endParaRPr dirty="0"/>
          </a:p>
          <a:p>
            <a:r>
              <a:rPr b="1" dirty="0"/>
              <a:t>Customer Baru per Tahun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Kurva Retensi per Cohort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Revenue per Cohort per Tahun</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Proyeksi 2020 vs Target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Pembanding: Forecast Bawaan Power BI</a:t>
            </a:r>
            <a:endParaRPr dirty="0"/>
          </a:p>
          <a:p>
            <a:r>
              <a:rPr b="0" dirty="0"/>
              <a:t>No alt text provided</a:t>
            </a:r>
            <a:endParaRPr dirty="0"/>
          </a:p>
          <a:p>
            <a:endParaRPr dirty="0"/>
          </a:p>
          <a:p>
            <a:r>
              <a:rPr b="1" dirty="0"/>
              <a:t>Revenue Bulanan dan Proyeksi Sampai Des 2020 (rentang 80%)</a:t>
            </a:r>
            <a:endParaRPr dirty="0"/>
          </a:p>
          <a:p>
            <a:r>
              <a:rPr b="0" dirty="0"/>
              <a:t>No alt text provided</a:t>
            </a:r>
            <a:endParaRPr dirty="0"/>
          </a:p>
          <a:p>
            <a:endParaRPr dirty="0"/>
          </a:p>
          <a:p>
            <a:r>
              <a:rPr b="1" dirty="0"/>
              <a:t>Catatan Metode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Proyeksi Bulanan Mar-Des 2020</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Baseline Sisa Tahun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Dampak Tiap Tuas (Revenue Tambahan)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Jembatan Skenario Revenue 2020</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Rekomendasi per Segmen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Reset</a:t>
            </a:r>
            <a:endParaRPr dirty="0"/>
          </a:p>
          <a:p>
            <a:r>
              <a:rPr b="0" dirty="0"/>
              <a:t>No alt text provided</a:t>
            </a:r>
            <a:endParaRPr dirty="0"/>
          </a:p>
          <a:p>
            <a:endParaRPr dirty="0"/>
          </a:p>
          <a:p>
            <a:r>
              <a:rPr b="1" dirty="0"/>
              <a:t>Catatan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10/22/2026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a86406b2-b45e-4299-bf5d-22951b22ace8/?pbi_source=PowerPoint"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ustomer Aktif ,Total Revenue ,Gross Margin ,textbox ,Pencapaian Target ,advancedSlicerVisual ,pageNavigator ,Top 10 Customer ,Aktual vs Target per Tahun ,Tren Revenue &amp; Order ,Kontribusi Revenue Per Region ,Revenue Per Material.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Province Slicer ,shapeMap ,pageNavigator ,level_nav ,slicer ,year_slicer ,Sebaran Penjualan Provinsi ,Lay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Revenue per Provinsi ,Dimensions slicer ,year_slicer ,pageNavigator ,Revenue vs Margin ,textbox ,pivotTabl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year_slicer ,textbox ,Selisih Terhadap Target ,cardVisual ,Jembatan Revenue: Tahun Lalu ke Tahun Ini ,cardVisual ,cardVisual ,Aktual vs Target per Material ,pageNavigator ,Penyebab Perubahan Revenu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Target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pageNavigator ,cardVisual ,Peta Customer: Recency vs Nilai Belanja ,Tabel Ringkasan ,year_slicer ,Jumlah Customer per Segmen ,textbox ,cardVisual ,advancedSlicerVisual ,20 Costumer Beresiko Dengan Nilai Tertinggi ,Revenue per Segmen ,cardVisual.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Segmentation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geNavigator ,Retensi Customer per Cohort ,cardVisual ,textbox ,Ringkasan cohort ,Customer Baru per Tahun ,cardVisual ,Kurva Retensi per Cohort ,textbox ,cardVisual ,cardVisual ,Revenue per Cohort per Tahu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Cohort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royeksi 2020 vs Target ,textbox ,cardVisual ,cardVisual ,Pembanding: Forecast Bawaan Power BI ,Revenue Bulanan dan Proyeksi Sampai Des 2020 (rentang 80%) ,Catatan Metode ,cardVisual ,cardVisual ,Proyeksi Bulanan Mar-Des 2020 ,pageNavigato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Forecast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Baseline Sisa Tahun ,slicer ,Dampak Tiap Tuas (Revenue Tambahan) ,cardVisual ,Jembatan Skenario Revenue 2020 ,slicer ,Rekomendasi per Segmen ,cardVisual ,slicer ,textbox ,textbox ,pageNavigator ,Reset ,Catatan ,cardVisual ,slicer ,shape ,slicer ,cardVisual.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What If</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601</Words>
  <Application>Microsoft Office PowerPoint</Application>
  <PresentationFormat>Widescreen</PresentationFormat>
  <Paragraphs>285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Custom Design</vt:lpstr>
      <vt:lpstr>Overview</vt:lpstr>
      <vt:lpstr>Map</vt:lpstr>
      <vt:lpstr>Performance</vt:lpstr>
      <vt:lpstr>Target</vt:lpstr>
      <vt:lpstr>Segmentation</vt:lpstr>
      <vt:lpstr>Cohort</vt:lpstr>
      <vt:lpstr>Forecast</vt:lpstr>
      <vt:lpstr>What If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Wildan Khoirul Amri</cp:lastModifiedBy>
  <cp:revision>5</cp:revision>
  <dcterms:created xsi:type="dcterms:W3CDTF">2016-09-04T11:54:55Z</dcterms:created>
  <dcterms:modified xsi:type="dcterms:W3CDTF">2026-10-22T05:43:16Z</dcterms:modified>
</cp:coreProperties>
</file>